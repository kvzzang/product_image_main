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46213-03A6-4153-A4C7-4097B59AA5EB}" v="3" dt="2026-07-25T02:24:1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VZZANG Cha" userId="d43a2e98bf530943" providerId="LiveId" clId="{D658CEAF-34CF-4C3D-9F54-B3166AC80F05}"/>
    <pc:docChg chg="undo custSel addSld delSld modSld sldOrd">
      <pc:chgData name="KVZZANG Cha" userId="d43a2e98bf530943" providerId="LiveId" clId="{D658CEAF-34CF-4C3D-9F54-B3166AC80F05}" dt="2026-07-25T02:30:32.577" v="166" actId="732"/>
      <pc:docMkLst>
        <pc:docMk/>
      </pc:docMkLst>
      <pc:sldChg chg="addSp delSp modSp mod ord">
        <pc:chgData name="KVZZANG Cha" userId="d43a2e98bf530943" providerId="LiveId" clId="{D658CEAF-34CF-4C3D-9F54-B3166AC80F05}" dt="2026-07-25T02:24:15.390" v="63" actId="26606"/>
        <pc:sldMkLst>
          <pc:docMk/>
          <pc:sldMk cId="1193129034" sldId="256"/>
        </pc:sldMkLst>
        <pc:spChg chg="add del">
          <ac:chgData name="KVZZANG Cha" userId="d43a2e98bf530943" providerId="LiveId" clId="{D658CEAF-34CF-4C3D-9F54-B3166AC80F05}" dt="2026-07-25T02:24:15.390" v="63" actId="26606"/>
          <ac:spMkLst>
            <pc:docMk/>
            <pc:sldMk cId="1193129034" sldId="256"/>
            <ac:spMk id="23" creationId="{25B97239-2685-48C8-8104-1D4E4E383D82}"/>
          </ac:spMkLst>
        </pc:spChg>
        <pc:spChg chg="add del">
          <ac:chgData name="KVZZANG Cha" userId="d43a2e98bf530943" providerId="LiveId" clId="{D658CEAF-34CF-4C3D-9F54-B3166AC80F05}" dt="2026-07-25T02:24:15.390" v="63" actId="26606"/>
          <ac:spMkLst>
            <pc:docMk/>
            <pc:sldMk cId="1193129034" sldId="256"/>
            <ac:spMk id="28" creationId="{E1750109-3B91-4506-B997-0CD8E35A1488}"/>
          </ac:spMkLst>
        </pc:spChg>
        <pc:spChg chg="add del">
          <ac:chgData name="KVZZANG Cha" userId="d43a2e98bf530943" providerId="LiveId" clId="{D658CEAF-34CF-4C3D-9F54-B3166AC80F05}" dt="2026-07-25T02:24:15.390" v="63" actId="26606"/>
          <ac:spMkLst>
            <pc:docMk/>
            <pc:sldMk cId="1193129034" sldId="256"/>
            <ac:spMk id="30" creationId="{E72D8D1B-59F6-4FF3-8547-9BBB6129F2FA}"/>
          </ac:spMkLst>
        </pc:spChg>
        <pc:spChg chg="add del">
          <ac:chgData name="KVZZANG Cha" userId="d43a2e98bf530943" providerId="LiveId" clId="{D658CEAF-34CF-4C3D-9F54-B3166AC80F05}" dt="2026-07-25T02:24:15.390" v="63" actId="26606"/>
          <ac:spMkLst>
            <pc:docMk/>
            <pc:sldMk cId="1193129034" sldId="256"/>
            <ac:spMk id="32" creationId="{14044C96-7CFD-44DB-A579-D77B0D37C681}"/>
          </ac:spMkLst>
        </pc:spChg>
        <pc:spChg chg="add del">
          <ac:chgData name="KVZZANG Cha" userId="d43a2e98bf530943" providerId="LiveId" clId="{D658CEAF-34CF-4C3D-9F54-B3166AC80F05}" dt="2026-07-25T02:24:15.390" v="63" actId="26606"/>
          <ac:spMkLst>
            <pc:docMk/>
            <pc:sldMk cId="1193129034" sldId="256"/>
            <ac:spMk id="34" creationId="{8FC8C21F-9484-4A71-ABFA-6C10682FAC3E}"/>
          </ac:spMkLst>
        </pc:spChg>
        <pc:spChg chg="add del">
          <ac:chgData name="KVZZANG Cha" userId="d43a2e98bf530943" providerId="LiveId" clId="{D658CEAF-34CF-4C3D-9F54-B3166AC80F05}" dt="2026-07-25T02:24:15.390" v="63" actId="26606"/>
          <ac:spMkLst>
            <pc:docMk/>
            <pc:sldMk cId="1193129034" sldId="256"/>
            <ac:spMk id="36" creationId="{2C444748-5A8D-4B53-89FE-42B455DFA2D1}"/>
          </ac:spMkLst>
        </pc:spChg>
        <pc:spChg chg="add del">
          <ac:chgData name="KVZZANG Cha" userId="d43a2e98bf530943" providerId="LiveId" clId="{D658CEAF-34CF-4C3D-9F54-B3166AC80F05}" dt="2026-07-25T02:24:15.390" v="63" actId="26606"/>
          <ac:spMkLst>
            <pc:docMk/>
            <pc:sldMk cId="1193129034" sldId="256"/>
            <ac:spMk id="38" creationId="{F4FFA271-A10A-4AC3-8F06-E3313A197A80}"/>
          </ac:spMkLst>
        </pc:spChg>
        <pc:picChg chg="mod ord">
          <ac:chgData name="KVZZANG Cha" userId="d43a2e98bf530943" providerId="LiveId" clId="{D658CEAF-34CF-4C3D-9F54-B3166AC80F05}" dt="2026-07-25T02:24:09.982" v="62" actId="26606"/>
          <ac:picMkLst>
            <pc:docMk/>
            <pc:sldMk cId="1193129034" sldId="256"/>
            <ac:picMk id="7" creationId="{A5291095-A4CB-9694-C07E-216180164C07}"/>
          </ac:picMkLst>
        </pc:picChg>
        <pc:picChg chg="mod modCrop">
          <ac:chgData name="KVZZANG Cha" userId="d43a2e98bf530943" providerId="LiveId" clId="{D658CEAF-34CF-4C3D-9F54-B3166AC80F05}" dt="2026-07-25T02:23:12.718" v="58" actId="1076"/>
          <ac:picMkLst>
            <pc:docMk/>
            <pc:sldMk cId="1193129034" sldId="256"/>
            <ac:picMk id="13" creationId="{E797368F-3182-9503-1C62-6DC982455EAA}"/>
          </ac:picMkLst>
        </pc:picChg>
        <pc:picChg chg="mod ord">
          <ac:chgData name="KVZZANG Cha" userId="d43a2e98bf530943" providerId="LiveId" clId="{D658CEAF-34CF-4C3D-9F54-B3166AC80F05}" dt="2026-07-25T02:24:15.390" v="63" actId="26606"/>
          <ac:picMkLst>
            <pc:docMk/>
            <pc:sldMk cId="1193129034" sldId="256"/>
            <ac:picMk id="15" creationId="{2B57E9D8-2472-1883-6D8E-2150579C4BA1}"/>
          </ac:picMkLst>
        </pc:picChg>
        <pc:picChg chg="mod ord">
          <ac:chgData name="KVZZANG Cha" userId="d43a2e98bf530943" providerId="LiveId" clId="{D658CEAF-34CF-4C3D-9F54-B3166AC80F05}" dt="2026-07-25T02:24:15.390" v="63" actId="26606"/>
          <ac:picMkLst>
            <pc:docMk/>
            <pc:sldMk cId="1193129034" sldId="256"/>
            <ac:picMk id="19" creationId="{84EBF48E-5048-4F3D-9D13-11352EC53A8C}"/>
          </ac:picMkLst>
        </pc:picChg>
        <pc:picChg chg="mod ord">
          <ac:chgData name="KVZZANG Cha" userId="d43a2e98bf530943" providerId="LiveId" clId="{D658CEAF-34CF-4C3D-9F54-B3166AC80F05}" dt="2026-07-25T02:24:15.390" v="63" actId="26606"/>
          <ac:picMkLst>
            <pc:docMk/>
            <pc:sldMk cId="1193129034" sldId="256"/>
            <ac:picMk id="21" creationId="{3530F832-1045-8217-4DEF-08F7E24525D7}"/>
          </ac:picMkLst>
        </pc:picChg>
      </pc:sldChg>
      <pc:sldChg chg="addSp delSp modSp add mod setBg delDesignElem">
        <pc:chgData name="KVZZANG Cha" userId="d43a2e98bf530943" providerId="LiveId" clId="{D658CEAF-34CF-4C3D-9F54-B3166AC80F05}" dt="2026-07-25T02:30:32.577" v="166" actId="732"/>
        <pc:sldMkLst>
          <pc:docMk/>
          <pc:sldMk cId="3404794647" sldId="257"/>
        </pc:sldMkLst>
        <pc:spChg chg="del">
          <ac:chgData name="KVZZANG Cha" userId="d43a2e98bf530943" providerId="LiveId" clId="{D658CEAF-34CF-4C3D-9F54-B3166AC80F05}" dt="2026-07-25T02:24:17.290" v="65"/>
          <ac:spMkLst>
            <pc:docMk/>
            <pc:sldMk cId="3404794647" sldId="257"/>
            <ac:spMk id="23" creationId="{22A832AD-4BAD-121E-E6A0-5AFBF8D1557D}"/>
          </ac:spMkLst>
        </pc:spChg>
        <pc:spChg chg="add del">
          <ac:chgData name="KVZZANG Cha" userId="d43a2e98bf530943" providerId="LiveId" clId="{D658CEAF-34CF-4C3D-9F54-B3166AC80F05}" dt="2026-07-25T02:24:52.178" v="67" actId="26606"/>
          <ac:spMkLst>
            <pc:docMk/>
            <pc:sldMk cId="3404794647" sldId="257"/>
            <ac:spMk id="26" creationId="{EA518CE4-E4D4-4D8A-980F-6D692AC96949}"/>
          </ac:spMkLst>
        </pc:spChg>
        <pc:spChg chg="add del">
          <ac:chgData name="KVZZANG Cha" userId="d43a2e98bf530943" providerId="LiveId" clId="{D658CEAF-34CF-4C3D-9F54-B3166AC80F05}" dt="2026-07-25T02:24:52.178" v="67" actId="26606"/>
          <ac:spMkLst>
            <pc:docMk/>
            <pc:sldMk cId="3404794647" sldId="257"/>
            <ac:spMk id="28" creationId="{F82BF3E2-EB0E-40D6-8835-2367A5316CA4}"/>
          </ac:spMkLst>
        </pc:spChg>
        <pc:spChg chg="add del">
          <ac:chgData name="KVZZANG Cha" userId="d43a2e98bf530943" providerId="LiveId" clId="{D658CEAF-34CF-4C3D-9F54-B3166AC80F05}" dt="2026-07-25T02:24:52.178" v="67" actId="26606"/>
          <ac:spMkLst>
            <pc:docMk/>
            <pc:sldMk cId="3404794647" sldId="257"/>
            <ac:spMk id="30" creationId="{481E86DD-89E6-42B2-8675-84B7C56BFF7D}"/>
          </ac:spMkLst>
        </pc:spChg>
        <pc:spChg chg="add">
          <ac:chgData name="KVZZANG Cha" userId="d43a2e98bf530943" providerId="LiveId" clId="{D658CEAF-34CF-4C3D-9F54-B3166AC80F05}" dt="2026-07-25T02:24:52.190" v="68" actId="26606"/>
          <ac:spMkLst>
            <pc:docMk/>
            <pc:sldMk cId="3404794647" sldId="257"/>
            <ac:spMk id="32" creationId="{4676BFEE-E63A-42A3-87D5-FD65694B70BA}"/>
          </ac:spMkLst>
        </pc:spChg>
        <pc:picChg chg="add mod">
          <ac:chgData name="KVZZANG Cha" userId="d43a2e98bf530943" providerId="LiveId" clId="{D658CEAF-34CF-4C3D-9F54-B3166AC80F05}" dt="2026-07-25T02:25:19.197" v="72" actId="14100"/>
          <ac:picMkLst>
            <pc:docMk/>
            <pc:sldMk cId="3404794647" sldId="257"/>
            <ac:picMk id="3" creationId="{71051099-2618-AA9C-34A6-D649228B46B5}"/>
          </ac:picMkLst>
        </pc:picChg>
        <pc:picChg chg="add mod">
          <ac:chgData name="KVZZANG Cha" userId="d43a2e98bf530943" providerId="LiveId" clId="{D658CEAF-34CF-4C3D-9F54-B3166AC80F05}" dt="2026-07-25T02:26:49.244" v="111" actId="14100"/>
          <ac:picMkLst>
            <pc:docMk/>
            <pc:sldMk cId="3404794647" sldId="257"/>
            <ac:picMk id="5" creationId="{CF900DA3-D461-2CBF-CDB2-56FB5F18D0F1}"/>
          </ac:picMkLst>
        </pc:picChg>
        <pc:picChg chg="del mod ord">
          <ac:chgData name="KVZZANG Cha" userId="d43a2e98bf530943" providerId="LiveId" clId="{D658CEAF-34CF-4C3D-9F54-B3166AC80F05}" dt="2026-07-25T02:25:12.416" v="69" actId="478"/>
          <ac:picMkLst>
            <pc:docMk/>
            <pc:sldMk cId="3404794647" sldId="257"/>
            <ac:picMk id="7" creationId="{FFC61A57-C913-6B0C-7E3E-1E500B41C177}"/>
          </ac:picMkLst>
        </pc:picChg>
        <pc:picChg chg="del mod ord">
          <ac:chgData name="KVZZANG Cha" userId="d43a2e98bf530943" providerId="LiveId" clId="{D658CEAF-34CF-4C3D-9F54-B3166AC80F05}" dt="2026-07-25T02:25:21.705" v="73" actId="478"/>
          <ac:picMkLst>
            <pc:docMk/>
            <pc:sldMk cId="3404794647" sldId="257"/>
            <ac:picMk id="13" creationId="{2E8AA90C-ABAC-2D62-8758-4FBE775C7332}"/>
          </ac:picMkLst>
        </pc:picChg>
        <pc:picChg chg="mod ord modCrop">
          <ac:chgData name="KVZZANG Cha" userId="d43a2e98bf530943" providerId="LiveId" clId="{D658CEAF-34CF-4C3D-9F54-B3166AC80F05}" dt="2026-07-25T02:30:18.148" v="163" actId="14100"/>
          <ac:picMkLst>
            <pc:docMk/>
            <pc:sldMk cId="3404794647" sldId="257"/>
            <ac:picMk id="15" creationId="{8C0FCCFC-CE00-386F-4A15-E7E8568D3375}"/>
          </ac:picMkLst>
        </pc:picChg>
        <pc:picChg chg="mod modCrop">
          <ac:chgData name="KVZZANG Cha" userId="d43a2e98bf530943" providerId="LiveId" clId="{D658CEAF-34CF-4C3D-9F54-B3166AC80F05}" dt="2026-07-25T02:28:12.088" v="141" actId="14100"/>
          <ac:picMkLst>
            <pc:docMk/>
            <pc:sldMk cId="3404794647" sldId="257"/>
            <ac:picMk id="19" creationId="{13F5B2B6-150E-03F0-0D4D-D202FD3A3242}"/>
          </ac:picMkLst>
        </pc:picChg>
        <pc:picChg chg="mod modCrop">
          <ac:chgData name="KVZZANG Cha" userId="d43a2e98bf530943" providerId="LiveId" clId="{D658CEAF-34CF-4C3D-9F54-B3166AC80F05}" dt="2026-07-25T02:30:32.577" v="166" actId="732"/>
          <ac:picMkLst>
            <pc:docMk/>
            <pc:sldMk cId="3404794647" sldId="257"/>
            <ac:picMk id="21" creationId="{E5100627-5A96-ADAD-5F71-E92EE341FD69}"/>
          </ac:picMkLst>
        </pc:picChg>
      </pc:sldChg>
      <pc:sldChg chg="addSp delSp modSp add del mod setBg delDesignElem">
        <pc:chgData name="KVZZANG Cha" userId="d43a2e98bf530943" providerId="LiveId" clId="{D658CEAF-34CF-4C3D-9F54-B3166AC80F05}" dt="2026-07-25T02:23:35.466" v="61" actId="47"/>
        <pc:sldMkLst>
          <pc:docMk/>
          <pc:sldMk cId="3496254169" sldId="257"/>
        </pc:sldMkLst>
        <pc:spChg chg="del">
          <ac:chgData name="KVZZANG Cha" userId="d43a2e98bf530943" providerId="LiveId" clId="{D658CEAF-34CF-4C3D-9F54-B3166AC80F05}" dt="2026-07-25T02:20:04.473" v="7"/>
          <ac:spMkLst>
            <pc:docMk/>
            <pc:sldMk cId="3496254169" sldId="257"/>
            <ac:spMk id="23" creationId="{07CAEDFF-556A-E512-C6B7-8FA422057B50}"/>
          </ac:spMkLst>
        </pc:spChg>
        <pc:spChg chg="add del">
          <ac:chgData name="KVZZANG Cha" userId="d43a2e98bf530943" providerId="LiveId" clId="{D658CEAF-34CF-4C3D-9F54-B3166AC80F05}" dt="2026-07-25T02:20:32.670" v="13" actId="26606"/>
          <ac:spMkLst>
            <pc:docMk/>
            <pc:sldMk cId="3496254169" sldId="257"/>
            <ac:spMk id="24" creationId="{E1750109-3B91-4506-B997-0CD8E35A1488}"/>
          </ac:spMkLst>
        </pc:spChg>
        <pc:spChg chg="add del">
          <ac:chgData name="KVZZANG Cha" userId="d43a2e98bf530943" providerId="LiveId" clId="{D658CEAF-34CF-4C3D-9F54-B3166AC80F05}" dt="2026-07-25T02:20:32.670" v="13" actId="26606"/>
          <ac:spMkLst>
            <pc:docMk/>
            <pc:sldMk cId="3496254169" sldId="257"/>
            <ac:spMk id="25" creationId="{E72D8D1B-59F6-4FF3-8547-9BBB6129F2FA}"/>
          </ac:spMkLst>
        </pc:spChg>
        <pc:spChg chg="add del">
          <ac:chgData name="KVZZANG Cha" userId="d43a2e98bf530943" providerId="LiveId" clId="{D658CEAF-34CF-4C3D-9F54-B3166AC80F05}" dt="2026-07-25T02:20:19.752" v="9" actId="26606"/>
          <ac:spMkLst>
            <pc:docMk/>
            <pc:sldMk cId="3496254169" sldId="257"/>
            <ac:spMk id="26" creationId="{EA518CE4-E4D4-4D8A-980F-6D692AC96949}"/>
          </ac:spMkLst>
        </pc:spChg>
        <pc:spChg chg="add del">
          <ac:chgData name="KVZZANG Cha" userId="d43a2e98bf530943" providerId="LiveId" clId="{D658CEAF-34CF-4C3D-9F54-B3166AC80F05}" dt="2026-07-25T02:20:32.670" v="13" actId="26606"/>
          <ac:spMkLst>
            <pc:docMk/>
            <pc:sldMk cId="3496254169" sldId="257"/>
            <ac:spMk id="27" creationId="{14044C96-7CFD-44DB-A579-D77B0D37C681}"/>
          </ac:spMkLst>
        </pc:spChg>
        <pc:spChg chg="add del">
          <ac:chgData name="KVZZANG Cha" userId="d43a2e98bf530943" providerId="LiveId" clId="{D658CEAF-34CF-4C3D-9F54-B3166AC80F05}" dt="2026-07-25T02:20:19.752" v="9" actId="26606"/>
          <ac:spMkLst>
            <pc:docMk/>
            <pc:sldMk cId="3496254169" sldId="257"/>
            <ac:spMk id="28" creationId="{F82BF3E2-EB0E-40D6-8835-2367A5316CA4}"/>
          </ac:spMkLst>
        </pc:spChg>
        <pc:spChg chg="add del">
          <ac:chgData name="KVZZANG Cha" userId="d43a2e98bf530943" providerId="LiveId" clId="{D658CEAF-34CF-4C3D-9F54-B3166AC80F05}" dt="2026-07-25T02:21:03.207" v="27" actId="26606"/>
          <ac:spMkLst>
            <pc:docMk/>
            <pc:sldMk cId="3496254169" sldId="257"/>
            <ac:spMk id="29" creationId="{42A4FC2C-047E-45A5-965D-8E1E3BF09BC6}"/>
          </ac:spMkLst>
        </pc:spChg>
        <pc:spChg chg="add del">
          <ac:chgData name="KVZZANG Cha" userId="d43a2e98bf530943" providerId="LiveId" clId="{D658CEAF-34CF-4C3D-9F54-B3166AC80F05}" dt="2026-07-25T02:20:19.752" v="9" actId="26606"/>
          <ac:spMkLst>
            <pc:docMk/>
            <pc:sldMk cId="3496254169" sldId="257"/>
            <ac:spMk id="30" creationId="{481E86DD-89E6-42B2-8675-84B7C56BFF7D}"/>
          </ac:spMkLst>
        </pc:spChg>
        <pc:spChg chg="add del">
          <ac:chgData name="KVZZANG Cha" userId="d43a2e98bf530943" providerId="LiveId" clId="{D658CEAF-34CF-4C3D-9F54-B3166AC80F05}" dt="2026-07-25T02:20:32.670" v="13" actId="26606"/>
          <ac:spMkLst>
            <pc:docMk/>
            <pc:sldMk cId="3496254169" sldId="257"/>
            <ac:spMk id="32" creationId="{8FC8C21F-9484-4A71-ABFA-6C10682FAC3E}"/>
          </ac:spMkLst>
        </pc:spChg>
        <pc:spChg chg="add del">
          <ac:chgData name="KVZZANG Cha" userId="d43a2e98bf530943" providerId="LiveId" clId="{D658CEAF-34CF-4C3D-9F54-B3166AC80F05}" dt="2026-07-25T02:20:32.670" v="13" actId="26606"/>
          <ac:spMkLst>
            <pc:docMk/>
            <pc:sldMk cId="3496254169" sldId="257"/>
            <ac:spMk id="34" creationId="{2C444748-5A8D-4B53-89FE-42B455DFA2D1}"/>
          </ac:spMkLst>
        </pc:spChg>
        <pc:spChg chg="add del">
          <ac:chgData name="KVZZANG Cha" userId="d43a2e98bf530943" providerId="LiveId" clId="{D658CEAF-34CF-4C3D-9F54-B3166AC80F05}" dt="2026-07-25T02:20:32.670" v="13" actId="26606"/>
          <ac:spMkLst>
            <pc:docMk/>
            <pc:sldMk cId="3496254169" sldId="257"/>
            <ac:spMk id="36" creationId="{F4FFA271-A10A-4AC3-8F06-E3313A197A80}"/>
          </ac:spMkLst>
        </pc:spChg>
        <pc:spChg chg="add del">
          <ac:chgData name="KVZZANG Cha" userId="d43a2e98bf530943" providerId="LiveId" clId="{D658CEAF-34CF-4C3D-9F54-B3166AC80F05}" dt="2026-07-25T02:20:35.748" v="15" actId="26606"/>
          <ac:spMkLst>
            <pc:docMk/>
            <pc:sldMk cId="3496254169" sldId="257"/>
            <ac:spMk id="38" creationId="{4AAA6991-1DF8-455A-9991-7F52F96659E0}"/>
          </ac:spMkLst>
        </pc:spChg>
        <pc:spChg chg="add del">
          <ac:chgData name="KVZZANG Cha" userId="d43a2e98bf530943" providerId="LiveId" clId="{D658CEAF-34CF-4C3D-9F54-B3166AC80F05}" dt="2026-07-25T02:20:39.994" v="17" actId="26606"/>
          <ac:spMkLst>
            <pc:docMk/>
            <pc:sldMk cId="3496254169" sldId="257"/>
            <ac:spMk id="40" creationId="{42A4FC2C-047E-45A5-965D-8E1E3BF09BC6}"/>
          </ac:spMkLst>
        </pc:spChg>
        <pc:spChg chg="add del">
          <ac:chgData name="KVZZANG Cha" userId="d43a2e98bf530943" providerId="LiveId" clId="{D658CEAF-34CF-4C3D-9F54-B3166AC80F05}" dt="2026-07-25T02:20:46.928" v="19" actId="26606"/>
          <ac:spMkLst>
            <pc:docMk/>
            <pc:sldMk cId="3496254169" sldId="257"/>
            <ac:spMk id="42" creationId="{4676BFEE-E63A-42A3-87D5-FD65694B70BA}"/>
          </ac:spMkLst>
        </pc:spChg>
        <pc:spChg chg="add del">
          <ac:chgData name="KVZZANG Cha" userId="d43a2e98bf530943" providerId="LiveId" clId="{D658CEAF-34CF-4C3D-9F54-B3166AC80F05}" dt="2026-07-25T02:21:22.574" v="33" actId="26606"/>
          <ac:spMkLst>
            <pc:docMk/>
            <pc:sldMk cId="3496254169" sldId="257"/>
            <ac:spMk id="43" creationId="{F82BF3E2-EB0E-40D6-8835-2367A5316CA4}"/>
          </ac:spMkLst>
        </pc:spChg>
        <pc:spChg chg="add del">
          <ac:chgData name="KVZZANG Cha" userId="d43a2e98bf530943" providerId="LiveId" clId="{D658CEAF-34CF-4C3D-9F54-B3166AC80F05}" dt="2026-07-25T02:21:22.574" v="33" actId="26606"/>
          <ac:spMkLst>
            <pc:docMk/>
            <pc:sldMk cId="3496254169" sldId="257"/>
            <ac:spMk id="44" creationId="{CB6FFAAC-8A48-4FBF-BAFE-BAD367694022}"/>
          </ac:spMkLst>
        </pc:spChg>
        <pc:spChg chg="add del">
          <ac:chgData name="KVZZANG Cha" userId="d43a2e98bf530943" providerId="LiveId" clId="{D658CEAF-34CF-4C3D-9F54-B3166AC80F05}" dt="2026-07-25T02:21:22.574" v="33" actId="26606"/>
          <ac:spMkLst>
            <pc:docMk/>
            <pc:sldMk cId="3496254169" sldId="257"/>
            <ac:spMk id="45" creationId="{481E86DD-89E6-42B2-8675-84B7C56BFF7D}"/>
          </ac:spMkLst>
        </pc:spChg>
        <pc:spChg chg="add del">
          <ac:chgData name="KVZZANG Cha" userId="d43a2e98bf530943" providerId="LiveId" clId="{D658CEAF-34CF-4C3D-9F54-B3166AC80F05}" dt="2026-07-25T02:21:22.574" v="33" actId="26606"/>
          <ac:spMkLst>
            <pc:docMk/>
            <pc:sldMk cId="3496254169" sldId="257"/>
            <ac:spMk id="46" creationId="{440EF577-B6F8-4C57-B956-AB860B388EB8}"/>
          </ac:spMkLst>
        </pc:spChg>
        <pc:spChg chg="add del">
          <ac:chgData name="KVZZANG Cha" userId="d43a2e98bf530943" providerId="LiveId" clId="{D658CEAF-34CF-4C3D-9F54-B3166AC80F05}" dt="2026-07-25T02:21:22.574" v="33" actId="26606"/>
          <ac:spMkLst>
            <pc:docMk/>
            <pc:sldMk cId="3496254169" sldId="257"/>
            <ac:spMk id="47" creationId="{EA518CE4-E4D4-4D8A-980F-6D692AC96949}"/>
          </ac:spMkLst>
        </pc:spChg>
        <pc:spChg chg="add del">
          <ac:chgData name="KVZZANG Cha" userId="d43a2e98bf530943" providerId="LiveId" clId="{D658CEAF-34CF-4C3D-9F54-B3166AC80F05}" dt="2026-07-25T02:21:22.574" v="33" actId="26606"/>
          <ac:spMkLst>
            <pc:docMk/>
            <pc:sldMk cId="3496254169" sldId="257"/>
            <ac:spMk id="48" creationId="{5E6FAE32-AB12-4E77-A677-F6BD5D71ADD0}"/>
          </ac:spMkLst>
        </pc:spChg>
        <pc:spChg chg="add del">
          <ac:chgData name="KVZZANG Cha" userId="d43a2e98bf530943" providerId="LiveId" clId="{D658CEAF-34CF-4C3D-9F54-B3166AC80F05}" dt="2026-07-25T02:22:45" v="45" actId="26606"/>
          <ac:spMkLst>
            <pc:docMk/>
            <pc:sldMk cId="3496254169" sldId="257"/>
            <ac:spMk id="50" creationId="{112839B5-6527-4FE1-B5CA-71D5FFC47C0E}"/>
          </ac:spMkLst>
        </pc:spChg>
        <pc:spChg chg="add del">
          <ac:chgData name="KVZZANG Cha" userId="d43a2e98bf530943" providerId="LiveId" clId="{D658CEAF-34CF-4C3D-9F54-B3166AC80F05}" dt="2026-07-25T02:22:45" v="45" actId="26606"/>
          <ac:spMkLst>
            <pc:docMk/>
            <pc:sldMk cId="3496254169" sldId="257"/>
            <ac:spMk id="51" creationId="{089B37F3-721E-4809-A50E-9EE306404ED8}"/>
          </ac:spMkLst>
        </pc:spChg>
        <pc:spChg chg="add del">
          <ac:chgData name="KVZZANG Cha" userId="d43a2e98bf530943" providerId="LiveId" clId="{D658CEAF-34CF-4C3D-9F54-B3166AC80F05}" dt="2026-07-25T02:22:45" v="45" actId="26606"/>
          <ac:spMkLst>
            <pc:docMk/>
            <pc:sldMk cId="3496254169" sldId="257"/>
            <ac:spMk id="52" creationId="{BE12D8E2-6088-4997-A8C6-1794DA9E1D48}"/>
          </ac:spMkLst>
        </pc:spChg>
        <pc:spChg chg="add del">
          <ac:chgData name="KVZZANG Cha" userId="d43a2e98bf530943" providerId="LiveId" clId="{D658CEAF-34CF-4C3D-9F54-B3166AC80F05}" dt="2026-07-25T02:22:45" v="45" actId="26606"/>
          <ac:spMkLst>
            <pc:docMk/>
            <pc:sldMk cId="3496254169" sldId="257"/>
            <ac:spMk id="53" creationId="{FAF10F47-1605-47C5-AE58-9062909ADA42}"/>
          </ac:spMkLst>
        </pc:spChg>
        <pc:spChg chg="add del">
          <ac:chgData name="KVZZANG Cha" userId="d43a2e98bf530943" providerId="LiveId" clId="{D658CEAF-34CF-4C3D-9F54-B3166AC80F05}" dt="2026-07-25T02:22:45" v="44" actId="26606"/>
          <ac:spMkLst>
            <pc:docMk/>
            <pc:sldMk cId="3496254169" sldId="257"/>
            <ac:spMk id="58" creationId="{112839B5-6527-4FE1-B5CA-71D5FFC47C0E}"/>
          </ac:spMkLst>
        </pc:spChg>
        <pc:spChg chg="add del">
          <ac:chgData name="KVZZANG Cha" userId="d43a2e98bf530943" providerId="LiveId" clId="{D658CEAF-34CF-4C3D-9F54-B3166AC80F05}" dt="2026-07-25T02:22:45" v="44" actId="26606"/>
          <ac:spMkLst>
            <pc:docMk/>
            <pc:sldMk cId="3496254169" sldId="257"/>
            <ac:spMk id="60" creationId="{089B37F3-721E-4809-A50E-9EE306404ED8}"/>
          </ac:spMkLst>
        </pc:spChg>
        <pc:spChg chg="add del">
          <ac:chgData name="KVZZANG Cha" userId="d43a2e98bf530943" providerId="LiveId" clId="{D658CEAF-34CF-4C3D-9F54-B3166AC80F05}" dt="2026-07-25T02:22:45" v="44" actId="26606"/>
          <ac:spMkLst>
            <pc:docMk/>
            <pc:sldMk cId="3496254169" sldId="257"/>
            <ac:spMk id="62" creationId="{BE12D8E2-6088-4997-A8C6-1794DA9E1D48}"/>
          </ac:spMkLst>
        </pc:spChg>
        <pc:spChg chg="add del">
          <ac:chgData name="KVZZANG Cha" userId="d43a2e98bf530943" providerId="LiveId" clId="{D658CEAF-34CF-4C3D-9F54-B3166AC80F05}" dt="2026-07-25T02:22:45" v="44" actId="26606"/>
          <ac:spMkLst>
            <pc:docMk/>
            <pc:sldMk cId="3496254169" sldId="257"/>
            <ac:spMk id="64" creationId="{FAF10F47-1605-47C5-AE58-9062909ADA42}"/>
          </ac:spMkLst>
        </pc:spChg>
        <pc:picChg chg="mod ord">
          <ac:chgData name="KVZZANG Cha" userId="d43a2e98bf530943" providerId="LiveId" clId="{D658CEAF-34CF-4C3D-9F54-B3166AC80F05}" dt="2026-07-25T02:22:45" v="45" actId="26606"/>
          <ac:picMkLst>
            <pc:docMk/>
            <pc:sldMk cId="3496254169" sldId="257"/>
            <ac:picMk id="7" creationId="{2FFC8D57-EACE-D77B-AD94-77EFFC6620AC}"/>
          </ac:picMkLst>
        </pc:picChg>
        <pc:picChg chg="mod ord">
          <ac:chgData name="KVZZANG Cha" userId="d43a2e98bf530943" providerId="LiveId" clId="{D658CEAF-34CF-4C3D-9F54-B3166AC80F05}" dt="2026-07-25T02:22:45" v="45" actId="26606"/>
          <ac:picMkLst>
            <pc:docMk/>
            <pc:sldMk cId="3496254169" sldId="257"/>
            <ac:picMk id="13" creationId="{408D5D22-112A-2A13-C147-C60691A56CD2}"/>
          </ac:picMkLst>
        </pc:picChg>
        <pc:picChg chg="mod ord">
          <ac:chgData name="KVZZANG Cha" userId="d43a2e98bf530943" providerId="LiveId" clId="{D658CEAF-34CF-4C3D-9F54-B3166AC80F05}" dt="2026-07-25T02:22:45" v="45" actId="26606"/>
          <ac:picMkLst>
            <pc:docMk/>
            <pc:sldMk cId="3496254169" sldId="257"/>
            <ac:picMk id="15" creationId="{52DD06C8-84B8-644F-94FF-415BF04F8CEE}"/>
          </ac:picMkLst>
        </pc:picChg>
        <pc:picChg chg="mod ord">
          <ac:chgData name="KVZZANG Cha" userId="d43a2e98bf530943" providerId="LiveId" clId="{D658CEAF-34CF-4C3D-9F54-B3166AC80F05}" dt="2026-07-25T02:22:45" v="45" actId="26606"/>
          <ac:picMkLst>
            <pc:docMk/>
            <pc:sldMk cId="3496254169" sldId="257"/>
            <ac:picMk id="19" creationId="{F8E24B48-D9E3-E64C-0361-F2656D768F62}"/>
          </ac:picMkLst>
        </pc:picChg>
        <pc:picChg chg="mod ord">
          <ac:chgData name="KVZZANG Cha" userId="d43a2e98bf530943" providerId="LiveId" clId="{D658CEAF-34CF-4C3D-9F54-B3166AC80F05}" dt="2026-07-25T02:22:45" v="45" actId="26606"/>
          <ac:picMkLst>
            <pc:docMk/>
            <pc:sldMk cId="3496254169" sldId="257"/>
            <ac:picMk id="21" creationId="{B142CD3A-BE93-9FFC-F1F0-42BE27B2B08F}"/>
          </ac:picMkLst>
        </pc:picChg>
        <pc:cxnChg chg="add">
          <ac:chgData name="KVZZANG Cha" userId="d43a2e98bf530943" providerId="LiveId" clId="{D658CEAF-34CF-4C3D-9F54-B3166AC80F05}" dt="2026-07-25T02:21:03.223" v="28" actId="26606"/>
          <ac:cxnSpMkLst>
            <pc:docMk/>
            <pc:sldMk cId="3496254169" sldId="257"/>
            <ac:cxnSpMk id="31" creationId="{B817B4B8-5E01-4B44-BC25-876D56C12149}"/>
          </ac:cxnSpMkLst>
        </pc:cxnChg>
        <pc:cxnChg chg="add del">
          <ac:chgData name="KVZZANG Cha" userId="d43a2e98bf530943" providerId="LiveId" clId="{D658CEAF-34CF-4C3D-9F54-B3166AC80F05}" dt="2026-07-25T02:21:05.118" v="29" actId="26606"/>
          <ac:cxnSpMkLst>
            <pc:docMk/>
            <pc:sldMk cId="3496254169" sldId="257"/>
            <ac:cxnSpMk id="33" creationId="{D683D1A4-93E5-4A4D-B103-8223A220EB2B}"/>
          </ac:cxnSpMkLst>
        </pc:cxnChg>
        <pc:cxnChg chg="add del">
          <ac:chgData name="KVZZANG Cha" userId="d43a2e98bf530943" providerId="LiveId" clId="{D658CEAF-34CF-4C3D-9F54-B3166AC80F05}" dt="2026-07-25T02:21:05.118" v="29" actId="26606"/>
          <ac:cxnSpMkLst>
            <pc:docMk/>
            <pc:sldMk cId="3496254169" sldId="257"/>
            <ac:cxnSpMk id="35" creationId="{B0E8ABF4-C289-489E-BEFB-3077F9D9C773}"/>
          </ac:cxnSpMkLst>
        </pc:cxnChg>
        <pc:cxnChg chg="add del">
          <ac:chgData name="KVZZANG Cha" userId="d43a2e98bf530943" providerId="LiveId" clId="{D658CEAF-34CF-4C3D-9F54-B3166AC80F05}" dt="2026-07-25T02:21:05.118" v="29" actId="26606"/>
          <ac:cxnSpMkLst>
            <pc:docMk/>
            <pc:sldMk cId="3496254169" sldId="257"/>
            <ac:cxnSpMk id="37" creationId="{7989CFA0-35DD-4943-B365-488C66B9B192}"/>
          </ac:cxnSpMkLst>
        </pc:cxnChg>
        <pc:cxnChg chg="del">
          <ac:chgData name="KVZZANG Cha" userId="d43a2e98bf530943" providerId="LiveId" clId="{D658CEAF-34CF-4C3D-9F54-B3166AC80F05}" dt="2026-07-25T02:21:05.118" v="29" actId="26606"/>
          <ac:cxnSpMkLst>
            <pc:docMk/>
            <pc:sldMk cId="3496254169" sldId="257"/>
            <ac:cxnSpMk id="39" creationId="{688AD040-1A2B-4FB4-A345-7B9F3E5ED9B0}"/>
          </ac:cxnSpMkLst>
        </pc:cxnChg>
        <pc:cxnChg chg="add del">
          <ac:chgData name="KVZZANG Cha" userId="d43a2e98bf530943" providerId="LiveId" clId="{D658CEAF-34CF-4C3D-9F54-B3166AC80F05}" dt="2026-07-25T02:21:05.118" v="29" actId="26606"/>
          <ac:cxnSpMkLst>
            <pc:docMk/>
            <pc:sldMk cId="3496254169" sldId="257"/>
            <ac:cxnSpMk id="41" creationId="{823B704A-724B-41D6-8F33-76939E727D2A}"/>
          </ac:cxnSpMkLst>
        </pc:cxnChg>
      </pc:sldChg>
      <pc:sldChg chg="delSp add del setBg delDesignElem">
        <pc:chgData name="KVZZANG Cha" userId="d43a2e98bf530943" providerId="LiveId" clId="{D658CEAF-34CF-4C3D-9F54-B3166AC80F05}" dt="2026-07-25T02:23:34.194" v="60" actId="47"/>
        <pc:sldMkLst>
          <pc:docMk/>
          <pc:sldMk cId="419863573" sldId="258"/>
        </pc:sldMkLst>
        <pc:spChg chg="del">
          <ac:chgData name="KVZZANG Cha" userId="d43a2e98bf530943" providerId="LiveId" clId="{D658CEAF-34CF-4C3D-9F54-B3166AC80F05}" dt="2026-07-25T02:22:02.518" v="38"/>
          <ac:spMkLst>
            <pc:docMk/>
            <pc:sldMk cId="419863573" sldId="258"/>
            <ac:spMk id="23" creationId="{EDD5FD64-C08E-9D1E-A9CC-30424562CB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9758E-E543-883B-FBE4-02A5F653B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9BAA39-3FD0-77DC-7A1C-629004809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CBAD9-4525-854E-A4E9-524C172D1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F4D348-8428-ED8B-7F23-DEF5CB43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1A9E37-E682-98EB-7638-78074F4B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49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D937-F883-5666-A3B7-F4B0E12D1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E3A06-D852-6F3C-3ED3-CD4D3F361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816248-514B-4E07-D62A-5CEF9C2D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CE9561-821D-D28D-29C3-6A7DBA4C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958F2B-30A1-0DBE-CB98-F04A8EE4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6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35DE7-4886-551A-26C1-7DF7AB81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92728E-6918-6A14-34E0-7B1B9BFE6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4B54C-0108-B15E-7A7A-BB3E3AA4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10425-19FA-E4CC-E89F-A3BF7BC9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B7129A-AA1C-4E47-6E8C-E548E4D7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9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71872-CF53-A0E7-F7AB-6E4736D0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6DB95A-ACB9-33A8-DBA6-8BFB9A0AD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A7E2BB-97BA-B733-F61E-A9932321A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7D60D-DBD4-BB76-97B5-44EF5C4D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267620-E094-C6CF-6033-670B82CE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F40075-810C-AD13-FBB2-0D83BDF2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78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9EB7A-99DA-1916-5AFF-77090B09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A33683-4141-43A1-D058-75AA74569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BF6EE8-A39B-5331-F47F-F1C0FFA6F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82AF12-AF70-565D-67E8-7E7288E74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1AA8CE-914A-C298-FFD8-DCA257656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72A64E-20FE-4541-856D-1153F8C5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A5E5E2-E01C-A68B-0C2B-7BC19795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414D0E-9770-8C46-715D-E876DCAB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84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DC059-1851-B26F-EE33-D1669E0B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CC8FD7-2F38-D0D3-8524-53177B31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90AD29-6C43-D06E-C0E5-B0DC10ED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61371A-1CE3-9C89-E654-DF7607B4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22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6EE88E-427F-38C4-EECC-4F64E2F4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A6D3AF-3720-9B9F-A9F1-8FA3E000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6ADA07-448D-2A9B-E593-A70EA985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11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DC91B-05BE-90F9-F0A4-6CC3218A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9BD554-621D-A023-D673-D706FCFE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93B683-D7C6-9499-4303-E2E6776D6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5DFADA-DC74-A6B1-A95A-26C27314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8F15B3-8DAB-5FDF-D43A-E50006E3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E248BB-749B-0414-252A-11C054D4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212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CFFEC-F2C1-E753-6008-D390A77D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7E27A0-ADDD-DF93-8C29-0FC1B7231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12F1A1-D3F8-C6F2-A635-F045AD1DC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C2D5DC-7919-5EDE-00F9-5DF100EA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CBD654-7BB8-B92C-D131-2F4878AB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4C25CC-9235-A13A-31EE-0861BB6C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93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623C9-5013-7977-B45D-7C53D29C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C7E8FC-0094-0B25-6EBB-C5D525963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FCCBC6-AEE2-3153-BE9E-6D55CCBA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374D42-3DEF-7B2E-2672-A24DD99DA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B92A2-6916-AE2C-8B08-B6A4E2F3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82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911C47-0720-145B-A211-B9F032F49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3E9490-3D1E-8A6F-F8B6-A75D8B809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21A13-D5A4-7948-E916-673D1D598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639938-25DA-C294-40EE-B709F4D3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CF2A3B-9645-376F-82BE-6C2EB062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31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A4A51D-FB92-5AB1-E351-04B50FE48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9566F7-4040-EA46-7BD4-78E92CD1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5E9C8-58B8-46A8-0BF6-AE4164352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51834-43FF-4169-9643-010CF0435565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D96EB-772C-5148-E00E-D6AD8DB17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B9826A-547F-61F5-C46B-96290C16B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93A6F-B4C0-4E34-B538-9614FE3FE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3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5B97239-2685-48C8-8104-1D4E4E383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291095-A4CB-9694-C07E-216180164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7" t="-40" r="21688" b="11039"/>
          <a:stretch>
            <a:fillRect/>
          </a:stretch>
        </p:blipFill>
        <p:spPr>
          <a:xfrm>
            <a:off x="3802014" y="233547"/>
            <a:ext cx="2935039" cy="55483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97368F-3182-9503-1C62-6DC982455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49" b="11598"/>
          <a:stretch>
            <a:fillRect/>
          </a:stretch>
        </p:blipFill>
        <p:spPr>
          <a:xfrm>
            <a:off x="121360" y="4080780"/>
            <a:ext cx="5143500" cy="289086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B57E9D8-2472-1883-6D8E-2150579C4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07" y="-439408"/>
            <a:ext cx="3252327" cy="433643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4EBF48E-5048-4F3D-9D13-11352EC53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1875" b="6250"/>
          <a:stretch>
            <a:fillRect/>
          </a:stretch>
        </p:blipFill>
        <p:spPr>
          <a:xfrm>
            <a:off x="6697932" y="3007708"/>
            <a:ext cx="3974924" cy="369569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530F832-1045-8217-4DEF-08F7E24525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1" t="10417"/>
          <a:stretch>
            <a:fillRect/>
          </a:stretch>
        </p:blipFill>
        <p:spPr>
          <a:xfrm>
            <a:off x="7808380" y="-402414"/>
            <a:ext cx="3442413" cy="433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2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E0FD7-05EA-3C00-1631-2F0A927F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5">
            <a:extLst>
              <a:ext uri="{FF2B5EF4-FFF2-40B4-BE49-F238E27FC236}">
                <a16:creationId xmlns:a16="http://schemas.microsoft.com/office/drawing/2014/main" id="{4676BFEE-E63A-42A3-87D5-FD65694B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3F5B2B6-150E-03F0-0D4D-D202FD3A3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8" r="16946" b="6397"/>
          <a:stretch>
            <a:fillRect/>
          </a:stretch>
        </p:blipFill>
        <p:spPr>
          <a:xfrm>
            <a:off x="3695699" y="4295187"/>
            <a:ext cx="2470181" cy="25628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C0FCCFC-CE00-386F-4A15-E7E8568D3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15" r="22162" b="1771"/>
          <a:stretch>
            <a:fillRect/>
          </a:stretch>
        </p:blipFill>
        <p:spPr>
          <a:xfrm>
            <a:off x="6232554" y="4295186"/>
            <a:ext cx="2420379" cy="256281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5100627-5A96-ADAD-5F71-E92EE341F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3" t="13880" r="8385" b="21904"/>
          <a:stretch>
            <a:fillRect/>
          </a:stretch>
        </p:blipFill>
        <p:spPr>
          <a:xfrm>
            <a:off x="8719607" y="4295186"/>
            <a:ext cx="2466718" cy="256281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051099-2618-AA9C-34A6-D649228B46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7" t="-40" r="21688" b="11039"/>
          <a:stretch>
            <a:fillRect/>
          </a:stretch>
        </p:blipFill>
        <p:spPr>
          <a:xfrm>
            <a:off x="0" y="-1"/>
            <a:ext cx="3629025" cy="68602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F900DA3-D461-2CBF-CDB2-56FB5F18D0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49" b="11598"/>
          <a:stretch>
            <a:fillRect/>
          </a:stretch>
        </p:blipFill>
        <p:spPr>
          <a:xfrm>
            <a:off x="3695700" y="0"/>
            <a:ext cx="7490624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94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KVZZANG Cha</dc:creator>
  <cp:lastModifiedBy>KVZZANG Cha</cp:lastModifiedBy>
  <cp:revision>1</cp:revision>
  <dcterms:created xsi:type="dcterms:W3CDTF">2026-07-25T02:11:49Z</dcterms:created>
  <dcterms:modified xsi:type="dcterms:W3CDTF">2026-07-25T02:30:41Z</dcterms:modified>
</cp:coreProperties>
</file>